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ARCHITEKTUR · NX MODULE BOUNDARIES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Nx-Blueprint-Architektur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2B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Nx-Lib pro Slice und Layer. Tags aus dem Ordnerpfad, Regeln als </a:t>
            </a:r>
            <a:pPr indent="0" marL="0">
              <a:buNone/>
            </a:pPr>
            <a:r>
              <a:rPr lang="en-US" sz="18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depConstraints</a:t>
            </a:r>
            <a:pPr indent="0" marL="0">
              <a:buNone/>
            </a:pPr>
            <a:r>
              <a:rPr lang="en-US" sz="1800" dirty="0">
                <a:solidFill>
                  <a:srgbClr val="B2B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feat/nx-blueprint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616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3616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23.1 · Angular 22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57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4745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docs/nx-umsetzung.md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42416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269480" y="161848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61848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F2C4D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61848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F2C4D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424160" y="161848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8202B"/>
          </a:solidFill>
          <a:ln w="9525">
            <a:solidFill>
              <a:srgbClr val="2A3542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269480" y="218541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18541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3324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218541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3324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0" y="218541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523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2752344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2752344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424160" y="2752344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8202B"/>
          </a:solidFill>
          <a:ln w="9525">
            <a:solidFill>
              <a:srgbClr val="2A3542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7269480" y="331927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3319272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3319272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0" y="3319272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38862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388620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88620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424160" y="388620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8202B"/>
          </a:solidFill>
          <a:ln w="9525">
            <a:solidFill>
              <a:srgbClr val="2A3542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7269480" y="445312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445312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26880" y="445312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0" y="445312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269480" y="502005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502005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326880" y="502005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0424160" y="502005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632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Lib pro Slice × Layer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GRUNDIDEE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Lib pro Slice × Layer, Regeln aus Tags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525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02336" cy="402336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727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Lib pro Slice × Layer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Ordner mit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src/index.ts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eine Nx-Lib.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ihre einzige öffentliche API, Deep-Imports blockiert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no-restricted-imports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8218" y="1371600"/>
            <a:ext cx="351525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2538" y="1645920"/>
            <a:ext cx="402336" cy="402336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161178" y="15727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 aus dem Pfad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28600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Projektname, Alias und Tags folgen aus dem Pfad. Pro Lib gibt es keine Config-Datei, das Crystal-Plugin leitet alles ab.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7797" y="1371600"/>
            <a:ext cx="351525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02117" y="1645920"/>
            <a:ext cx="402336" cy="402336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950757" y="15727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depConstraints statt Sheriff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28600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Regeln als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depConstraints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für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@nx/enforce-module-boundaries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Nx kennt kein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sameTag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daher erzeugt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eslint.config.mjs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die Scope- und Feat-Constraints aus den Tags im Graph.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11094415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178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dem Pfad abgeleitet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8348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E3EAFB"/>
          </a:solidFill>
          <a:ln w="12700">
            <a:solidFill>
              <a:srgbClr val="2350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libs/booking/feat-check-booking/data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 flipV="1">
            <a:off x="4800600" y="4754880"/>
            <a:ext cx="896112" cy="457200"/>
          </a:xfrm>
          <a:prstGeom prst="line">
            <a:avLst/>
          </a:prstGeom>
          <a:noFill/>
          <a:ln w="19050">
            <a:solidFill>
              <a:srgbClr val="2350C4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5806440" y="4617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00600" y="5212080"/>
            <a:ext cx="896112" cy="137160"/>
          </a:xfrm>
          <a:prstGeom prst="line">
            <a:avLst/>
          </a:prstGeom>
          <a:noFill/>
          <a:ln w="19050">
            <a:solidFill>
              <a:srgbClr val="2350C4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806440" y="5212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00600" y="5212080"/>
            <a:ext cx="896112" cy="731520"/>
          </a:xfrm>
          <a:prstGeom prst="line">
            <a:avLst/>
          </a:prstGeom>
          <a:noFill/>
          <a:ln w="19050">
            <a:solidFill>
              <a:srgbClr val="2350C4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806440" y="58064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booking-feat-check-booking-data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0" y="5212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@blueprint/booking/feat-check-booking/data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54864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Wildcard-Eintrag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@blueprint/*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tsconfig.base.json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5824728"/>
            <a:ext cx="1254252" cy="244475"/>
          </a:xfrm>
          <a:prstGeom prst="roundRect">
            <a:avLst>
              <a:gd name="adj" fmla="val 1870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993380" y="5824728"/>
            <a:ext cx="918972" cy="244475"/>
          </a:xfrm>
          <a:prstGeom prst="roundRect">
            <a:avLst>
              <a:gd name="adj" fmla="val 1870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976360" y="5824728"/>
            <a:ext cx="1673352" cy="244475"/>
          </a:xfrm>
          <a:prstGeom prst="roundRect">
            <a:avLst>
              <a:gd name="adj" fmla="val 1870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ORDNERSTRUKTUR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Lib-Baum mit Tags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4415" cy="5065776"/>
          </a:xfrm>
          <a:prstGeom prst="roundRect">
            <a:avLst>
              <a:gd name="adj" fmla="val 180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356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92040" y="1472184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type:app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803392" y="1435608"/>
            <a:ext cx="5656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dünne Shell: main.ts, app.routes.ts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746504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822960" y="180136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801368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Domain-Slice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32688" y="2185416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2057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types/  utils/  events/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93976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111240" y="209397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type:&lt;layer&gt;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254240" y="2093976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32688" y="2441448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2313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  ui/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350008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111240" y="2350008"/>
            <a:ext cx="1612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 · type:ui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787640" y="235000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32688" y="2697480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43000" y="256946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60604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111240" y="2606040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606040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555992" y="2569464"/>
            <a:ext cx="3904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einziger Weg von außen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2953512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43000" y="28254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shell/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2862072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111240" y="2862072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254240" y="2862072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936992" y="2825496"/>
            <a:ext cx="3523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routes, providers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2688" y="3209544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143000" y="3081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feat-check-booking/feature/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892040" y="3118104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111240" y="311810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254240" y="3118104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2688" y="3465576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143000" y="33375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feat-check-booking/api/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892040" y="3374136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730240" y="3374136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330440" y="3374136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32688" y="3721608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143000" y="35935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feat-check-booking/data/ ui/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892040" y="3630168"/>
            <a:ext cx="1612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 · type:ui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568440" y="3630168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32688" y="3977640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143000" y="38496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testing/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892040" y="388620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111240" y="388620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7327392" y="3849624"/>
            <a:ext cx="4132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für Specs, kein build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932688" y="4233672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143000" y="41056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generated/booking-client/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42232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6111240" y="414223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7098792" y="4105656"/>
            <a:ext cx="4361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· api · core · testing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731520" y="4416552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822960" y="447141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892040" y="4471416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Domain-Slice, gleiches Muster (feat-checkin, feat-history)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822960" y="472744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libs/auth/  libs/layout/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4892040" y="4764024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scope:auth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5882640" y="476402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scope:layout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7098792" y="4727448"/>
            <a:ext cx="4361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Features = normale Slices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31520" y="5038344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</p:sp>
      <p:sp>
        <p:nvSpPr>
          <p:cNvPr id="65" name="Text 63"/>
          <p:cNvSpPr txBox="1"/>
          <p:nvPr/>
        </p:nvSpPr>
        <p:spPr>
          <a:xfrm>
            <a:off x="822960" y="50932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libs/shared/types|utils|api|ui/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892040" y="512978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6035040" y="512978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type:&lt;layer&gt;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7251192" y="5093208"/>
            <a:ext cx="4208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port nötig</a:t>
            </a:r>
            <a:endParaRPr lang="en-US" sz="1100" dirty="0"/>
          </a:p>
        </p:txBody>
      </p:sp>
      <p:sp>
        <p:nvSpPr>
          <p:cNvPr id="69" name="Text 67"/>
          <p:cNvSpPr txBox="1"/>
          <p:nvPr/>
        </p:nvSpPr>
        <p:spPr>
          <a:xfrm>
            <a:off x="822960" y="534924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libs/shared/testing/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892040" y="538581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035040" y="538581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7251192" y="5349240"/>
            <a:ext cx="4208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MSW-worker + test-Fixture</a:t>
            </a:r>
            <a:endParaRPr lang="en-US" sz="1100" dirty="0"/>
          </a:p>
        </p:txBody>
      </p:sp>
      <p:sp>
        <p:nvSpPr>
          <p:cNvPr id="73" name="Text 71"/>
          <p:cNvSpPr txBox="1"/>
          <p:nvPr/>
        </p:nvSpPr>
        <p:spPr>
          <a:xfrm>
            <a:off x="822960" y="56052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libs/generated/pet-client/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892040" y="564184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6035040" y="564184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7022592" y="5605272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OpenAPI-Client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31520" y="5916168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</p:sp>
      <p:sp>
        <p:nvSpPr>
          <p:cNvPr id="78" name="Text 76"/>
          <p:cNvSpPr txBox="1"/>
          <p:nvPr/>
        </p:nvSpPr>
        <p:spPr>
          <a:xfrm>
            <a:off x="822960" y="597103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packages/tooling/*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892040" y="600760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type:tooling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6108192" y="5971032"/>
            <a:ext cx="5351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conventions · workspace · openapi · ng-lib · verify · eslint-rules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932688" y="2057400"/>
            <a:ext cx="0" cy="2176272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TAG-SCHEMA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Achsen, verknüpft mit UND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 wendet jede Constraint an, deren Quell-Tag passt. Alle müssen den Import erlauben (UND). Innerhalb einer Constraint reicht ein passendes Ziel-Tag (ODER).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01368"/>
            <a:ext cx="7269480" cy="98298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B3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1938528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093720" y="1938528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312920" y="1938528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scope:auth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193852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93852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2233930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welchem Slice gehört die Lib? Fremde Slices sind nur über ihren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erreichbar.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875788"/>
            <a:ext cx="7269480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946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4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3012948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4120" y="3012948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93720" y="3012948"/>
            <a:ext cx="6217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779520" y="3012948"/>
            <a:ext cx="393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236720" y="3012948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70120" y="3012948"/>
            <a:ext cx="316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151120" y="3012948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13120" y="3012948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012948"/>
            <a:ext cx="393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874520" y="3308350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tooling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74520" y="3603752"/>
            <a:ext cx="5760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Layer. Er bestimmt die Layer-Matrix und welche npm-Pakete erlaubt sind.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000500"/>
            <a:ext cx="7269480" cy="1216152"/>
          </a:xfrm>
          <a:prstGeom prst="roundRect">
            <a:avLst>
              <a:gd name="adj" fmla="val 7519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1193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A4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874520" y="4137660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788920" y="4137660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413766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feat:checkin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413766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874520" y="4433062"/>
            <a:ext cx="1612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feat:manage-booking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874520" y="472846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Feature-Isolation.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der positive Marker für alles außerhalb von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308092"/>
            <a:ext cx="7269480" cy="98298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4269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5C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Marker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1874520" y="5445252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2407920" y="544525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3322320" y="5445252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931920" y="544525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874520" y="574065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api eines Slice ·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api eines Feats ·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Shell ·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OpenAPI-Code.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1801368"/>
            <a:ext cx="3550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Beispiel: Quelle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092440" y="2075688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checkin/feat-history/feature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92440" y="2468880"/>
            <a:ext cx="3550615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75320" y="260604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540240" y="2606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darf nur (ODER):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8275320" y="292608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494520" y="2926080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10027920" y="292608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9547708" y="3392424"/>
            <a:ext cx="640080" cy="237744"/>
          </a:xfrm>
          <a:prstGeom prst="roundRect">
            <a:avLst>
              <a:gd name="adj" fmla="val 19231"/>
            </a:avLst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092440" y="3685032"/>
            <a:ext cx="3550615" cy="1472184"/>
          </a:xfrm>
          <a:prstGeom prst="roundRect">
            <a:avLst>
              <a:gd name="adj" fmla="val 621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275320" y="3822192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464040" y="38221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darf nur (ODER):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8275320" y="4142232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type:types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9265920" y="4142232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type:utils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10256520" y="4142232"/>
            <a:ext cx="10027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type:events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8275320" y="4437634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9113520" y="4437634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10027920" y="4437634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type:ui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8275320" y="473303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9547708" y="5212080"/>
            <a:ext cx="640080" cy="237744"/>
          </a:xfrm>
          <a:prstGeom prst="roundRect">
            <a:avLst>
              <a:gd name="adj" fmla="val 19231"/>
            </a:avLst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092440" y="5504688"/>
            <a:ext cx="3550615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275320" y="564184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9464040" y="56418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darf nur (ODER):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8275320" y="596188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9418320" y="596188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10332720" y="596188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LAYER-MATRIX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welchen Layer importieren?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Zeile = importierende Lib, Spalte = importierte Lib. Scope- und Feat-Regeln gelten zusätzlich: ✓ ist notwendig, aber nicht hinreichend.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736092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20116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importiert ↓  ·  Ziel →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980944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675888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370832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50608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331720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026664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721608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16552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111496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96328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287121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026664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721608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111496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806440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501384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196328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334670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331720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026664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3721608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416552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111496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01384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196328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382219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331720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026664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3721608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111496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806440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501384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7196328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9768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2331720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3026664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3721608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4416552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5111496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5806440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501384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7196328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685800" y="477316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2331720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3026664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3721608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5111496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5806440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6501384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7196328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9" name="Text 67"/>
          <p:cNvSpPr txBox="1"/>
          <p:nvPr/>
        </p:nvSpPr>
        <p:spPr>
          <a:xfrm>
            <a:off x="685800" y="5248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feature/shell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2331720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1" name="Text 69"/>
          <p:cNvSpPr txBox="1"/>
          <p:nvPr/>
        </p:nvSpPr>
        <p:spPr>
          <a:xfrm>
            <a:off x="3026664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3721608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3" name="Text 71"/>
          <p:cNvSpPr txBox="1"/>
          <p:nvPr/>
        </p:nvSpPr>
        <p:spPr>
          <a:xfrm>
            <a:off x="4416552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4" name="Text 72"/>
          <p:cNvSpPr txBox="1"/>
          <p:nvPr/>
        </p:nvSpPr>
        <p:spPr>
          <a:xfrm>
            <a:off x="5111496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5" name="Text 73"/>
          <p:cNvSpPr txBox="1"/>
          <p:nvPr/>
        </p:nvSpPr>
        <p:spPr>
          <a:xfrm>
            <a:off x="5806440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6" name="Text 74"/>
          <p:cNvSpPr txBox="1"/>
          <p:nvPr/>
        </p:nvSpPr>
        <p:spPr>
          <a:xfrm>
            <a:off x="6501384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7" name="Text 75"/>
          <p:cNvSpPr txBox="1"/>
          <p:nvPr/>
        </p:nvSpPr>
        <p:spPr>
          <a:xfrm>
            <a:off x="7196328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78" name="Text 76"/>
          <p:cNvSpPr txBox="1"/>
          <p:nvPr/>
        </p:nvSpPr>
        <p:spPr>
          <a:xfrm>
            <a:off x="685800" y="572414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2331720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80" name="Text 78"/>
          <p:cNvSpPr txBox="1"/>
          <p:nvPr/>
        </p:nvSpPr>
        <p:spPr>
          <a:xfrm>
            <a:off x="3026664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1" name="Text 79"/>
          <p:cNvSpPr txBox="1"/>
          <p:nvPr/>
        </p:nvSpPr>
        <p:spPr>
          <a:xfrm>
            <a:off x="3721608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111496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4" name="Text 82"/>
          <p:cNvSpPr txBox="1"/>
          <p:nvPr/>
        </p:nvSpPr>
        <p:spPr>
          <a:xfrm>
            <a:off x="5806440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5" name="Text 83"/>
          <p:cNvSpPr txBox="1"/>
          <p:nvPr/>
        </p:nvSpPr>
        <p:spPr>
          <a:xfrm>
            <a:off x="6501384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7196328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87" name="Shape 85"/>
          <p:cNvSpPr/>
          <p:nvPr/>
        </p:nvSpPr>
        <p:spPr>
          <a:xfrm>
            <a:off x="8229600" y="1828800"/>
            <a:ext cx="341345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58200" y="1965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8458200" y="2304288"/>
            <a:ext cx="566928" cy="237744"/>
          </a:xfrm>
          <a:prstGeom prst="roundRect">
            <a:avLst>
              <a:gd name="adj" fmla="val 19231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9144000" y="2304288"/>
            <a:ext cx="2316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8458200" y="2596896"/>
            <a:ext cx="566928" cy="237744"/>
          </a:xfrm>
          <a:prstGeom prst="roundRect">
            <a:avLst>
              <a:gd name="adj" fmla="val 19231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9144000" y="2596896"/>
            <a:ext cx="2316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Libs aus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8458200" y="2889504"/>
            <a:ext cx="566928" cy="237744"/>
          </a:xfrm>
          <a:prstGeom prst="roundRect">
            <a:avLst>
              <a:gd name="adj" fmla="val 19231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9144000" y="2889504"/>
            <a:ext cx="2316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verboten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8229600" y="3429000"/>
            <a:ext cx="3413455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458200" y="3598990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97" name="Text 95"/>
          <p:cNvSpPr txBox="1"/>
          <p:nvPr/>
        </p:nvSpPr>
        <p:spPr>
          <a:xfrm>
            <a:off x="8823960" y="3611880"/>
            <a:ext cx="2636215" cy="423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trägt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und den Marker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98" name="Text 96"/>
          <p:cNvSpPr txBox="1"/>
          <p:nvPr/>
        </p:nvSpPr>
        <p:spPr>
          <a:xfrm>
            <a:off x="8458200" y="4205796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99" name="Text 97"/>
          <p:cNvSpPr txBox="1"/>
          <p:nvPr/>
        </p:nvSpPr>
        <p:spPr>
          <a:xfrm>
            <a:off x="8823960" y="4218686"/>
            <a:ext cx="2636215" cy="81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darf nur Libs mit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oder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importieren, davon nur Produktions-Layer.</a:t>
            </a:r>
            <a:endParaRPr lang="en-US" sz="1250" dirty="0"/>
          </a:p>
        </p:txBody>
      </p:sp>
      <p:sp>
        <p:nvSpPr>
          <p:cNvPr id="100" name="Text 98"/>
          <p:cNvSpPr txBox="1"/>
          <p:nvPr/>
        </p:nvSpPr>
        <p:spPr>
          <a:xfrm>
            <a:off x="8458200" y="5199952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101" name="Text 99"/>
          <p:cNvSpPr txBox="1"/>
          <p:nvPr/>
        </p:nvSpPr>
        <p:spPr>
          <a:xfrm>
            <a:off x="8823960" y="5212842"/>
            <a:ext cx="2636215" cy="617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zusätzlich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erlaubt, außer in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-Libs.</a:t>
            </a:r>
            <a:endParaRPr lang="en-US" sz="1250" dirty="0"/>
          </a:p>
        </p:txBody>
      </p:sp>
      <p:sp>
        <p:nvSpPr>
          <p:cNvPr id="102" name="Text 10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NPM-REGELN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npm-Pakete pro Layer, und was Nx zusätzlich prüft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bannedExternalImports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den depConstraints von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eslint.config.mjs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76656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965960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übrige npm-Pakete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@angular/common/http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Test-Pakete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4086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34086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34086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234086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715768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71576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71576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40680" y="271576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09067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309067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09067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40680" y="309067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46557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346557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703320" y="346557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346557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384048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965960" y="3840480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703320" y="3840480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3840480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21538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965960" y="421538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703320" y="421538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421538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590288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965960" y="459028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703320" y="459028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440680" y="459028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496519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965960" y="496519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496519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40680" y="496519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534009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965960" y="534009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534009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440680" y="534009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5788152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Test-Pakete: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msw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vitest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@vitest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@testing-library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playwright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@faker-js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openapi-msw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589520" y="1828800"/>
            <a:ext cx="4053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818120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Regeln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818120" y="231495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9" name="Text 47"/>
          <p:cNvSpPr txBox="1"/>
          <p:nvPr/>
        </p:nvSpPr>
        <p:spPr>
          <a:xfrm>
            <a:off x="8183880" y="2331720"/>
            <a:ext cx="32762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gar keine npm-Imports, also framework-frei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818120" y="283311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1" name="Text 49"/>
          <p:cNvSpPr txBox="1"/>
          <p:nvPr/>
        </p:nvSpPr>
        <p:spPr>
          <a:xfrm>
            <a:off x="8183880" y="2849880"/>
            <a:ext cx="3276295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@angular/common/http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nur im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-Layer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818120" y="3165348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3" name="Text 51"/>
          <p:cNvSpPr txBox="1"/>
          <p:nvPr/>
        </p:nvSpPr>
        <p:spPr>
          <a:xfrm>
            <a:off x="8183880" y="3182112"/>
            <a:ext cx="32762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Test-Pakete in Produktions-Layern und in der App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589520" y="4069080"/>
            <a:ext cx="4053535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81812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Nx zusätzlich prüft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7818120" y="455523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7" name="Text 55"/>
          <p:cNvSpPr txBox="1"/>
          <p:nvPr/>
        </p:nvSpPr>
        <p:spPr>
          <a:xfrm>
            <a:off x="8183880" y="4572000"/>
            <a:ext cx="3276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Zyklen zwischen Libs. Ein Aufwärts-Import (api → data) meldet sich oft als „Circular dependency“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818120" y="5259324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9" name="Text 57"/>
          <p:cNvSpPr txBox="1"/>
          <p:nvPr/>
        </p:nvSpPr>
        <p:spPr>
          <a:xfrm>
            <a:off x="8183880" y="5276088"/>
            <a:ext cx="3276295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statischer Import einer lazy geladenen Lib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18120" y="559155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61" name="Text 59"/>
          <p:cNvSpPr txBox="1"/>
          <p:nvPr/>
        </p:nvSpPr>
        <p:spPr>
          <a:xfrm>
            <a:off x="8183880" y="5608320"/>
            <a:ext cx="32762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Imports über Lib-Grenzen und Imports aus Apps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SCOPE-ISOLATION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Slices reden nur über ihren Port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Scope eine generierte Constraint: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scope:&lt;s&gt;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eigener Scope,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darf nur shared.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2331720" cy="25603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51460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87068" y="2551176"/>
            <a:ext cx="105613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2944368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9443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9443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3328416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32841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32841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5800" y="3712464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7124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ui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4096512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9651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 · testing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5800" y="4480560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events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29000" y="2395728"/>
            <a:ext cx="27432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66160" y="25146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978908" y="2551176"/>
            <a:ext cx="105613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66160" y="2944368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57600" y="2944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657600" y="2944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6160" y="3328416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57600" y="3328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3328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66160" y="3712464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657600" y="3712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ui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566160" y="4096512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57600" y="4096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 · testing · generated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566160" y="4480560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57600" y="4480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events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0" y="2395728"/>
            <a:ext cx="1874520" cy="25603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37960" y="25146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/ layout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537960" y="2944368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29400" y="294436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auth/api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294436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537960" y="3328416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629400" y="332841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auth/shell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629400" y="332841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537960" y="3712464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629400" y="371246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layout/shell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629400" y="371246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537960" y="4096512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629400" y="409651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auth/data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537960" y="448056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29400" y="448056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layout/ui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6400800" y="498348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features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3429000" y="1755648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1820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  ·  type:app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48640" y="5349240"/>
            <a:ext cx="772668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85800" y="54772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685800" y="5897880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057400" y="5458968"/>
            <a:ext cx="219456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057400" y="5458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api · ui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343400" y="5458968"/>
            <a:ext cx="83439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343400" y="5458968"/>
            <a:ext cx="8343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057400" y="5861304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057400" y="586130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generated/pet-client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023360" y="5861304"/>
            <a:ext cx="259461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023360" y="5861304"/>
            <a:ext cx="25946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generated/notification-client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 flipV="1">
            <a:off x="2743200" y="3099816"/>
            <a:ext cx="822960" cy="704088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3035808" y="3374136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65" name="Shape 63"/>
          <p:cNvSpPr/>
          <p:nvPr/>
        </p:nvSpPr>
        <p:spPr>
          <a:xfrm>
            <a:off x="2743200" y="3950208"/>
            <a:ext cx="822960" cy="914"/>
          </a:xfrm>
          <a:prstGeom prst="line">
            <a:avLst/>
          </a:prstGeom>
          <a:noFill/>
          <a:ln w="25400">
            <a:solidFill>
              <a:srgbClr val="BE3328"/>
            </a:solidFill>
            <a:prstDash val="dash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3035808" y="4023360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67" name="Shape 65"/>
          <p:cNvSpPr/>
          <p:nvPr/>
        </p:nvSpPr>
        <p:spPr>
          <a:xfrm>
            <a:off x="4800600" y="2139696"/>
            <a:ext cx="914" cy="23774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</p:sp>
      <p:sp>
        <p:nvSpPr>
          <p:cNvPr id="68" name="Text 66"/>
          <p:cNvSpPr txBox="1"/>
          <p:nvPr/>
        </p:nvSpPr>
        <p:spPr>
          <a:xfrm>
            <a:off x="4892040" y="2194560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21945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→ shell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1371600" y="4956048"/>
            <a:ext cx="914" cy="393192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</p:sp>
      <p:sp>
        <p:nvSpPr>
          <p:cNvPr id="71" name="Text 69"/>
          <p:cNvSpPr txBox="1"/>
          <p:nvPr/>
        </p:nvSpPr>
        <p:spPr>
          <a:xfrm>
            <a:off x="1463040" y="5033772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72" name="Shape 70"/>
          <p:cNvSpPr/>
          <p:nvPr/>
        </p:nvSpPr>
        <p:spPr>
          <a:xfrm flipV="1">
            <a:off x="5486400" y="4791456"/>
            <a:ext cx="914" cy="557784"/>
          </a:xfrm>
          <a:prstGeom prst="line">
            <a:avLst/>
          </a:prstGeom>
          <a:noFill/>
          <a:ln w="25400">
            <a:solidFill>
              <a:srgbClr val="BE3328"/>
            </a:solidFill>
            <a:prstDash val="dash"/>
            <a:tailEnd type="triangle"/>
          </a:ln>
        </p:spPr>
      </p:sp>
      <p:sp>
        <p:nvSpPr>
          <p:cNvPr id="73" name="Text 71"/>
          <p:cNvSpPr txBox="1"/>
          <p:nvPr/>
        </p:nvSpPr>
        <p:spPr>
          <a:xfrm>
            <a:off x="5577840" y="495147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74" name="Shape 72"/>
          <p:cNvSpPr/>
          <p:nvPr/>
        </p:nvSpPr>
        <p:spPr>
          <a:xfrm>
            <a:off x="8549640" y="1755648"/>
            <a:ext cx="3093415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732520" y="1874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8732520" y="2188337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77" name="Text 75"/>
          <p:cNvSpPr txBox="1"/>
          <p:nvPr/>
        </p:nvSpPr>
        <p:spPr>
          <a:xfrm>
            <a:off x="9098280" y="2212848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checkin/data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booking/api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fremder Slice, über den port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8732520" y="2638933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79" name="Text 77"/>
          <p:cNvSpPr txBox="1"/>
          <p:nvPr/>
        </p:nvSpPr>
        <p:spPr>
          <a:xfrm>
            <a:off x="9098280" y="2663444"/>
            <a:ext cx="2407615" cy="207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Domain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shared/*</a:t>
            </a:r>
            <a:endParaRPr lang="en-US" sz="1100" dirty="0"/>
          </a:p>
        </p:txBody>
      </p:sp>
      <p:sp>
        <p:nvSpPr>
          <p:cNvPr id="80" name="Text 78"/>
          <p:cNvSpPr txBox="1"/>
          <p:nvPr/>
        </p:nvSpPr>
        <p:spPr>
          <a:xfrm>
            <a:off x="8732520" y="2919095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81" name="Text 79"/>
          <p:cNvSpPr txBox="1"/>
          <p:nvPr/>
        </p:nvSpPr>
        <p:spPr>
          <a:xfrm>
            <a:off x="9098280" y="2943606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booking/shell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(entry, lazy)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8549640" y="3794760"/>
            <a:ext cx="3093415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732520" y="39136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Verboten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8732520" y="4227449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85" name="Text 83"/>
          <p:cNvSpPr txBox="1"/>
          <p:nvPr/>
        </p:nvSpPr>
        <p:spPr>
          <a:xfrm>
            <a:off x="9098280" y="4251960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checkin/data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booking/data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Interna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8732520" y="4678045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87" name="Text 85"/>
          <p:cNvSpPr txBox="1"/>
          <p:nvPr/>
        </p:nvSpPr>
        <p:spPr>
          <a:xfrm>
            <a:off x="9098280" y="4702556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shared/types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booking/types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shared kennt keine Domain</a:t>
            </a:r>
            <a:endParaRPr lang="en-US" sz="1100" dirty="0"/>
          </a:p>
        </p:txBody>
      </p:sp>
      <p:sp>
        <p:nvSpPr>
          <p:cNvPr id="88" name="Text 86"/>
          <p:cNvSpPr txBox="1"/>
          <p:nvPr/>
        </p:nvSpPr>
        <p:spPr>
          <a:xfrm>
            <a:off x="8732520" y="5128641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89" name="Text 87"/>
          <p:cNvSpPr txBox="1"/>
          <p:nvPr/>
        </p:nvSpPr>
        <p:spPr>
          <a:xfrm>
            <a:off x="9098280" y="5153152"/>
            <a:ext cx="2407615" cy="54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checkin/*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booking/generated/**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kein port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8732520" y="5749671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91" name="Text 89"/>
          <p:cNvSpPr txBox="1"/>
          <p:nvPr/>
        </p:nvSpPr>
        <p:spPr>
          <a:xfrm>
            <a:off x="9098280" y="5774182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booking/ui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nur entry, port, shared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FEATURE-ISOLATION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Geschwister-Feats nur über den feat-port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Jedes Feat ist ein Ordner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feat-&lt;name&gt;/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api, data und ui sind eigene Libs, damit die Layer-Matrix auch im Feat gilt.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72694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911096"/>
            <a:ext cx="105613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2423160"/>
            <a:ext cx="2926080" cy="203911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15875">
            <a:solidFill>
              <a:srgbClr val="7A4A1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532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feat-checkin/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624328" y="2569464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feat:checkin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292608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2926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926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FeatCheckin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60120" y="340156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34015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4015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" y="3877056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1560" y="38770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38770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CheckinDeskStore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0" y="2423160"/>
            <a:ext cx="2971800" cy="1088136"/>
          </a:xfrm>
          <a:prstGeom prst="roundRect">
            <a:avLst>
              <a:gd name="adj" fmla="val 8403"/>
            </a:avLst>
          </a:prstGeom>
          <a:solidFill>
            <a:srgbClr val="FFFFFF"/>
          </a:solidFill>
          <a:ln w="15875">
            <a:solidFill>
              <a:srgbClr val="7A4A1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09160" y="25328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feat-history/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2569464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09160" y="2926080"/>
            <a:ext cx="2697480" cy="384048"/>
          </a:xfrm>
          <a:prstGeom prst="roundRect">
            <a:avLst>
              <a:gd name="adj" fmla="val 11905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00600" y="29260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29260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FeatHistory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5074920"/>
            <a:ext cx="29718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09160" y="5184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checkin/data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09160" y="5550408"/>
            <a:ext cx="781812" cy="200025"/>
          </a:xfrm>
          <a:prstGeom prst="roundRect">
            <a:avLst>
              <a:gd name="adj" fmla="val 22857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715000" y="55321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außerhalb von feat-*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 flipH="1">
            <a:off x="3611880" y="3035808"/>
            <a:ext cx="1097280" cy="55778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041648" y="3090672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32" name="Shape 30"/>
          <p:cNvSpPr/>
          <p:nvPr/>
        </p:nvSpPr>
        <p:spPr>
          <a:xfrm flipH="1">
            <a:off x="3611880" y="3255264"/>
            <a:ext cx="1097280" cy="813816"/>
          </a:xfrm>
          <a:prstGeom prst="line">
            <a:avLst/>
          </a:prstGeom>
          <a:noFill/>
          <a:ln w="25400">
            <a:solidFill>
              <a:srgbClr val="BE3328"/>
            </a:solidFill>
            <a:prstDash val="dash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041648" y="376275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34" name="Shape 32"/>
          <p:cNvSpPr/>
          <p:nvPr/>
        </p:nvSpPr>
        <p:spPr>
          <a:xfrm>
            <a:off x="6057900" y="3511296"/>
            <a:ext cx="914" cy="156362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6149340" y="4174236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46908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FeatHistory → feat-port ✓, → Interna ✕, →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✓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92440" y="1783080"/>
            <a:ext cx="3550615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75320" y="1901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pro Feat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2286000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feat:&lt;f&gt;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9113520" y="22585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433560" y="228600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eigenes Feat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576560" y="2286000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9433560" y="258140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092440" y="3246120"/>
            <a:ext cx="3550615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75320" y="3364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Innerhalb eines Feats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8275320" y="3710115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47" name="Text 45"/>
          <p:cNvSpPr txBox="1"/>
          <p:nvPr/>
        </p:nvSpPr>
        <p:spPr>
          <a:xfrm>
            <a:off x="8641080" y="3730752"/>
            <a:ext cx="2864815" cy="39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feat-check-booking/feature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…/data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…/ui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275320" y="4231069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9" name="Text 47"/>
          <p:cNvSpPr txBox="1"/>
          <p:nvPr/>
        </p:nvSpPr>
        <p:spPr>
          <a:xfrm>
            <a:off x="8641080" y="4251706"/>
            <a:ext cx="2864815" cy="39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feat-check-booking/ui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…/data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Layer-Matrix gilt auch hier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275320" y="4752023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51" name="Text 49"/>
          <p:cNvSpPr txBox="1"/>
          <p:nvPr/>
        </p:nvSpPr>
        <p:spPr>
          <a:xfrm>
            <a:off x="8641080" y="4772660"/>
            <a:ext cx="2864815" cy="571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booking/data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feat-check-booking/data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erlaubt, 1:1 von Sheriff übernommen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TESTING-LIBS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Testcode kommt nie in Produktion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Testing-Libs tragen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nur Specs dürfen sie importieren.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0450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331720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Specs (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importieren Testing-Libs, auch aus fremden Domains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75178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076448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Produktionscode → Testing-Lib, zusätzlich geblockt, weil Testing-Libs kein build haben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19906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821176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Testing-Libs importieren nur types, testing und shared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564634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565904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booking/testing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booking/data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Zyklus, weil der Spec in data testing importiert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309362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5310632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msw, vitest oder faker im App-Bundle: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durchsucht den Build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1783080"/>
            <a:ext cx="5562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Schutzschichten gegen Production-Leaks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080760" y="2194560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90488" y="2267712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2194560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depConstraints: Produktions-Layer kennen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nicht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682935" y="21945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lint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80760" y="2715768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90488" y="2788920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715768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Spec-Override: in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zusätzlich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0682935" y="271576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80760" y="3236976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90488" y="3310128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3236976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bannedExternalImports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Test-Pakete in Produktion + App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682935" y="3236976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0760" y="3758184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90488" y="3831336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29400" y="3758184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Testing-Libs ohne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-Target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10682935" y="3758184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80760" y="4279392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90488" y="4352544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4279392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Build-tsconfig und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-Inputs ohne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82935" y="4279392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80760" y="4800600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90488" y="4873752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4800600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mockServiceWorker.js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 Repo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10682935" y="480060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080760" y="5321808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190488" y="5394960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629400" y="5321808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Bundle-Scan von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build client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0 Treffer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10682935" y="53218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080760" y="5843016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190488" y="5916168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629400" y="5843016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Zyklen, keine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ignoredCircularDependencies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10682935" y="5843016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lint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GENERIERTE OPENAPI-CLIENTS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Client, vier Libs, Zugriff über den Port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Generator steckt hinter einer Facade in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packages/tooling/openapi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Generierter Code wird nicht committet.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67712"/>
            <a:ext cx="16916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35915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openapi.yaml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651760"/>
            <a:ext cx="1472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committet, einzige Quelle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06040" y="2176272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E3EAFB"/>
          </a:solidFill>
          <a:ln w="9525">
            <a:solidFill>
              <a:srgbClr val="2350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15768" y="22677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15768" y="256032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Facade + Adapter, gecacht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40280" y="2770632"/>
            <a:ext cx="365760" cy="914"/>
          </a:xfrm>
          <a:prstGeom prst="line">
            <a:avLst/>
          </a:prstGeom>
          <a:noFill/>
          <a:ln w="19050">
            <a:solidFill>
              <a:srgbClr val="4D586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00600" y="1828800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10328" y="18288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929384"/>
            <a:ext cx="85039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type:types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1828800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flipV="1">
            <a:off x="4434840" y="2029968"/>
            <a:ext cx="365760" cy="740664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800600" y="2322576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10328" y="23225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423160"/>
            <a:ext cx="71323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322576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4434840" y="2523744"/>
            <a:ext cx="365760" cy="246888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800600" y="2816352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0328" y="28163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2916936"/>
            <a:ext cx="71323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81635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Runtime, HTTP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434840" y="2770632"/>
            <a:ext cx="365760" cy="246888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800600" y="3310128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910328" y="331012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3410712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331012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MSW-Handler, Faker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34840" y="2770632"/>
            <a:ext cx="365760" cy="740664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321040" y="2066544"/>
            <a:ext cx="1600200" cy="914400"/>
          </a:xfrm>
          <a:prstGeom prst="roundRect">
            <a:avLst>
              <a:gd name="adj" fmla="val 10000"/>
            </a:avLst>
          </a:prstGeom>
          <a:solidFill>
            <a:srgbClr val="E1EFE4"/>
          </a:solidFill>
          <a:ln w="9525">
            <a:solidFill>
              <a:srgbClr val="275C3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430768" y="2157984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booking/api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430768" y="2450592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DTO → Modell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001000" y="2523744"/>
            <a:ext cx="320040" cy="91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241280" y="2066544"/>
            <a:ext cx="14017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51008" y="2157984"/>
            <a:ext cx="1182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Konsumenten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351008" y="2450592"/>
            <a:ext cx="1182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feature, …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921240" y="2523744"/>
            <a:ext cx="320040" cy="91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48640" y="4069080"/>
            <a:ext cx="630936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7724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Boundaries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4513390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43" name="Text 41"/>
          <p:cNvSpPr txBox="1"/>
          <p:nvPr/>
        </p:nvSpPr>
        <p:spPr>
          <a:xfrm>
            <a:off x="1143000" y="4526280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(Port) → generierter api: der Port ist der Wrapper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4871657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45" name="Text 43"/>
          <p:cNvSpPr txBox="1"/>
          <p:nvPr/>
        </p:nvSpPr>
        <p:spPr>
          <a:xfrm>
            <a:off x="1143000" y="4884547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generierte types (types → types)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5229924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242814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generierter api: Layer-Matrix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777240" y="5588191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9" name="Text 47"/>
          <p:cNvSpPr txBox="1"/>
          <p:nvPr/>
        </p:nvSpPr>
        <p:spPr>
          <a:xfrm>
            <a:off x="1143000" y="5601081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generierter types-Teil → api-Teil desselben Clients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7132320" y="4069080"/>
            <a:ext cx="4510735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36092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Ablage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360920" y="4509516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53" name="Text 51"/>
          <p:cNvSpPr txBox="1"/>
          <p:nvPr/>
        </p:nvSpPr>
        <p:spPr>
          <a:xfrm>
            <a:off x="7726680" y="4526280"/>
            <a:ext cx="37334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committet ist nur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src/index.ts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src/generated/**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gitignored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7360920" y="502767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5" name="Text 53"/>
          <p:cNvSpPr txBox="1"/>
          <p:nvPr/>
        </p:nvSpPr>
        <p:spPr>
          <a:xfrm>
            <a:off x="7726680" y="5044440"/>
            <a:ext cx="37334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fremde Domains nur über den Port an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booking/generated/**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360920" y="5545836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57" name="Text 55"/>
          <p:cNvSpPr txBox="1"/>
          <p:nvPr/>
        </p:nvSpPr>
        <p:spPr>
          <a:xfrm>
            <a:off x="7726680" y="5562600"/>
            <a:ext cx="37334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weil die Runtime HTTP importiert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1/4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und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libs/checkin/data/src/checkin.store.ts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1856232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BookingApi } from '@blueprint/booking/api';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Fremder Slice, aber über dessen port.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4144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56032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19072" y="256032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56032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libs/checkin/data/src/checkin.store.ts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297180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BookingStore } from '@blueprint/booking/data';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8775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"scope:checkin" can only depend on libs tagged with "scope:checkin", "port", "scope:shared"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18211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 eines fremden Slice.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77647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719072" y="377647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377647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libs/booking/data/src/booking.store.ts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096512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4187952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BookingApi } from '@blueprint/booking/api';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380390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→ api ist laut Matrix erlaubt.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77316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89204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19072" y="489204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880360" y="489204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libs/booking/ui/src/booking-card.ts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521208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" y="530352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BookingStore } from '@blueprint/booking/data';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491947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"type:ui" can only depend on libs tagged with "type:types", "type:utils", "type:ui", "type:events"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51383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ist dumm und bekommt Daten von außen.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2/4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 und App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libs/checkin/feat-history/feature/src/feat-history.ts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1856232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describeDesk } from '@blueprint/checkin/feat-checkin/api';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Geschwister-Feat über dessen feat-port.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4144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56032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19072" y="256032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56032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libs/checkin/feat-history/feature/src/feat-history.ts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297180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CheckinDeskStore } from '@blueprint/checkin/feat-checkin/data';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8775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"feat:history" can only depend on libs tagged with "feat:history", "feat:none", "feat-port"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18211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 eines Geschwister-Feats.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77647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719072" y="377647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377647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apps/client/src/app/app.routes.ts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096512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4187952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loadChildren: () =&gt; import('@blueprint/booking/shell')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.then((m) =&gt; m.bookingRoutes)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380390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App lädt nur Shells (entry), lazy.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95604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07492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19072" y="507492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880360" y="507492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apps/client/src/app/app.ts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539496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" y="548640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BookingCard } from '@blueprint/booking/ui';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510235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"type:app" can only depend on libs tagged with "entry", "port", "scope:shared"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69671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App ist eine dünne Shell.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3/4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API, npm und Types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API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libs/booking/data/src/booking.store.ts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1856232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toCheckinRecord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'@blueprint/checkin/data/src/internal/checkin.mapper';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import into @blueprint/checkin/data — only its public API (index.ts) is importable.  no-restricted-imports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06654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Deep-Import an der Public API vorbei.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74320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719072" y="274320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274320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libs/booking/data/src/booking.store.ts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15468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HttpClient } from '@angular/common/http';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2770632"/>
            <a:ext cx="3459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"type:data" is not allowed to import "@angular/common/http"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320954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gibt es nur im api-Layer.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39896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858768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719072" y="3858768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858768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libs/booking/types/src/booking.model.ts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4178808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4270248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type { Pet } from '@blueprint/generated/pet-client/types';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955280" y="3886200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→ types, Ziel ist shared.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55464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4974336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719072" y="4974336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2880360" y="4974336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libs/shared/types/src/entity-id.ts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31520" y="5294376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248" y="5385816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type { Booking } from '@blueprint/booking/types';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001768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"scope:shared" can only depend on libs tagged with "scope:shared"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955280" y="5596128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kennt keine Domain.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4/4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und Clients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libs/booking/data/src/booking.store.spec.ts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1856232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bookingHandlers } from '@blueprint/booking/testing';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test, worker } from '@blueprint/shared/testing';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Specs dürfen Testing-Libs importieren.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11094415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74320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19072" y="274320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74320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libs/booking/data/src/booking.store.ts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06324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315468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http } from 'msw';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770632"/>
            <a:ext cx="3459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"type:data" is not allowed to import "msw"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209544"/>
            <a:ext cx="34591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Test-Pakete sind in Produktions-Layern gebannt.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877056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995928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719072" y="3995928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3995928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libs/booking/api/src/booking-api.ts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315968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4407408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BookingsService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'@blueprint/booking/generated/booking-client/api';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4023360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Port wrappt den generierten Client.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175504"/>
            <a:ext cx="11094415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294376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19072" y="5294376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880360" y="5294376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libs/checkin/data/src/checkin.store.ts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5614416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" y="5705856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BookingsService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'@blueprint/booking/generated/booking-client/api';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5321808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"scope:checkin" can only depend on libs tagged with "scope:checkin", "port", "scope:shared"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916168"/>
            <a:ext cx="34591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Domain-Clients haben keinen port, der Zugriff geht über booking/api.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NAMENSSCHEMA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Namen sind Teil der Architektur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Ordnerfehler fängt das Crystal-Plugin beim Aufbau des Graphen ab, Datei- und Symbolnamen drei eigene ESLint-Regeln.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063240"/>
                <a:gridCol w="3246120"/>
                <a:gridCol w="318211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D58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richtig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falsch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D58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Geprüft durch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Lib-Ordner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libs/booking/ui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libs/bokking/ui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libs/booking/widgets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feat-CheckIn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Crystal-Plugin (Graph-Fehler)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Datei je Layer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data/…/booking.store.ts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utils/…/booking.store.ts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blueprint/lib-file-naming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BookingsStore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in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bookings.store.ts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BookingApi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in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booking-api.ts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BookingService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Feat-Container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FeatHistory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in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feat-history.ts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HistoryPage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bookingRoutes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provideAuth()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routes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auth()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aBooking()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booking()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Selektor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app-booking-card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bk-booking-card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@angular-eslint/component-selector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API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export * from './booking.store'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export * from './internal/…'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blueprint/no-internal-export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DURCHSETZUNG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prüft was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Regel wird dort geprüft, wo sie am frühesten auffällt.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BEIM ANLEGEN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Generatoren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rename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und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erzeugen regelkonforme Namen und Routen von Anfang an.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34374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19324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2204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002204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 JEDEM NX-BEFEHL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002204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Crystal-Plugin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02204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Leitet Projekte und Tags aus dem Pfad ab. Bei unbekanntem Layer, Scope außerhalb der Liste oder nicht kebab-case bricht der Graph ab, z.B. „did you mean booking?“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05058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90008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72888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72888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 IDE UND BEI NX LINT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272888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ESLint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272888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@nx/enforce-module-boundaries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mit den depConstraints, Deep-Import-Verbot, npm-Bans und die drei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blueprint/*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-Namensregeln.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75742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60691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543571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43571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 · CI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543571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543571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Fälle gegen die echte Config. Dazu: keine Config-Dateien in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Tags passen zum Pfad, kein msw oder vitest im Bundle.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346425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631375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814255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14255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SYNC:CHECK · CI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814255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Sync-Generator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14255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Hält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app.routes.ts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passend zu den vorhandenen Domain-Shells.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sync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repariert Abweichungen.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8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SELBST AUSPROBIEREN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wichtigsten Befehle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2B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Voraussetzungen: Node 22 (≥ 22.16), pnpm 10, Java 11+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Setup und Generieren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12848"/>
            <a:ext cx="5410048" cy="1290828"/>
          </a:xfrm>
          <a:prstGeom prst="roundRect">
            <a:avLst>
              <a:gd name="adj" fmla="val 4250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304288"/>
            <a:ext cx="5190592" cy="110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feat/nx-blueprint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install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playwright install chromium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openapi:generate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generierter Code ist gitignored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33008" y="1828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Bauen, testen, prüfen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33008" y="2212848"/>
            <a:ext cx="5410048" cy="1072896"/>
          </a:xfrm>
          <a:prstGeom prst="roundRect">
            <a:avLst>
              <a:gd name="adj" fmla="val 5114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2736" y="2304288"/>
            <a:ext cx="5190592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run-many -t build lint test typecheck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150 Fälle + Checks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sync:check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114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Ansehen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498848"/>
            <a:ext cx="5410048" cy="1072896"/>
          </a:xfrm>
          <a:prstGeom prst="roundRect">
            <a:avLst>
              <a:gd name="adj" fmla="val 5114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590288"/>
            <a:ext cx="5190592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graph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Projekte und Kanten im Browser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test:ui booking-api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Vitest UI, MSW läuft wie im Test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4114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Negativprobe Boundaries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33008" y="4498848"/>
            <a:ext cx="5410048" cy="1290828"/>
          </a:xfrm>
          <a:prstGeom prst="roundRect">
            <a:avLst>
              <a:gd name="adj" fmla="val 4250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2736" y="4590288"/>
            <a:ext cx="5190592" cy="110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probe.ts mit Import aus booking-client/api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lint booking-ui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rot: type:ui darf kein type:api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lint checkin-data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rot: scope:checkin nur über den Port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Nx-Blueprint-Architektur</dc:title>
  <dc:subject>PptxGenJS Presentation</dc:subject>
  <dc:creator>PptxGenJS</dc:creator>
  <cp:lastModifiedBy>PptxGenJS</cp:lastModifiedBy>
  <cp:revision>1</cp:revision>
  <dcterms:created xsi:type="dcterms:W3CDTF">2026-10-01T05:45:32Z</dcterms:created>
  <dcterms:modified xsi:type="dcterms:W3CDTF">2026-10-01T05:45:32Z</dcterms:modified>
</cp:coreProperties>
</file>